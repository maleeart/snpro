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8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259D99-41F2-460E-9646-F783B3C61EF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74" autoAdjust="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DBBF-2DEA-4A83-A71A-6A6AF41FDC58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FD121-6E3D-4389-BD90-F4A915309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838EE-C630-47F2-97B5-6FA89EC7A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B1283-25E3-49A9-B7AC-1A4843FD4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9A9C4-C03E-4926-816B-71658705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7EBB-690A-4B98-A45E-BDC22220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A4A64-A45F-412E-9A25-7CDF544F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9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9364-A13B-48DE-9B5B-9390134B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B40F-BD19-4072-8342-08B04317D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01BB3-474A-4DB0-8B2F-E055DFAFF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97A4A-29E9-4C0D-90F1-E061B91D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B4B39-5C41-4D0F-803C-3607B13B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0473-B11C-46DA-9971-635028C2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E117A-3E42-435C-99FE-8BB3861F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457F5-8F8C-4C51-99CF-8E801351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4D969-FC25-4FE0-8BBF-512FEB21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3080D-F95E-4DBB-B95B-60C0B164F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AA85-30F1-4F89-8676-9EB2580C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829C-C5EA-4FFD-AE80-6E08BB9CB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72493-98DF-4732-9BEC-C1E6342BB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8167E-BCA8-405C-8BBE-80C9684E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6A90E-F0F1-4BA7-983B-742F6E4C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E1A06-BA54-45B7-B99F-7ED4ADA1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9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242C-C94A-4013-89F7-03B9BAE8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00FB5-E802-482A-BD35-7BEDC1DFE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14C36-1EB1-451A-B1ED-1BA6B143E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6940F-5C7A-4884-B4D2-7F8D0DCB8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26A43-BDE9-4B21-85FC-722407DBF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E2A9A-1D72-4E70-A70C-CAE67C9E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BC852-D0E9-40A3-8919-D4CAF457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4F2B4-0101-44C9-A5FD-56F4360E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0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013D-7B87-434A-A2BB-BD8AF4EF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7E9D1-1473-4438-9153-AF2CDF79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FC2D3-A42D-4F3C-BD5A-4F3EBAF7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606AC-F2E0-4533-8883-140F2887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DFF27-1924-4E5A-9F64-CBE88BC9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6C56E-37B0-40AB-AAB2-D5C33F4F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AF397-B679-4832-9820-F22E78CB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48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B0F6-E440-400D-81E5-C579A8CC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70FDA-DCF1-4C3A-903C-5B45D4016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1AB6C-3B01-48D8-AFAA-8D5D4B2C0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9E9C0-70DC-4072-AA5B-462E7D47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2D3E-DBAF-4AAF-B517-38FE0BF0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32084-D79A-4999-AF5B-45103E07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1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D7AB-F2BC-4A07-AEAD-FC01DD0F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E3D7A-01DA-4C53-8CAD-C8BEC38B4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30D98-0786-4508-8634-601630DB2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1EF1-6458-42A3-8BF6-C63E113C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21741-F67D-4E32-80F7-D9F33D3F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A0910-065B-4D25-8FCA-18D154A3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7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A00E-55A2-4025-A6AF-060171B8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75786-71D7-4980-8353-079075FF2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1EBE1-2FD6-485A-B333-2B80BBDFD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068C-EF92-4542-B7A1-FF67A400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B9A85-E92F-4F5E-A5F9-ADB0C3FB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FF337-FA1D-4325-AD31-9E4CCA7AF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6684E-DF73-4E12-A562-8CA7C841E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3BED4-2CDD-414B-9D14-70E7534B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9C42-F19C-4562-84D4-35991ACB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EDD27-F710-404C-A068-B3D4FBD6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9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497764-30A6-44FE-8983-D706E837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44C17-D2FB-4849-8EFE-D3946BF8C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0E97D-FAB8-4953-A2DE-0E6B75133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E4CE5-EE2B-473B-8413-8352764736A9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40FF5-71EF-486E-A86F-F9E27D8CC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979CD-8E18-41D9-9178-6E3BE4C3F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D96C8-C546-419E-BA20-65CA2D84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7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34981F-2042-4B36-9D10-AE93B49056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538" t="32053" r="19595" b="-377"/>
          <a:stretch/>
        </p:blipFill>
        <p:spPr>
          <a:xfrm>
            <a:off x="507521" y="268408"/>
            <a:ext cx="11176958" cy="59637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52F5C0-5C10-40CB-B8CA-B642B12B6C93}"/>
              </a:ext>
            </a:extLst>
          </p:cNvPr>
          <p:cNvSpPr/>
          <p:nvPr/>
        </p:nvSpPr>
        <p:spPr>
          <a:xfrm>
            <a:off x="2299453" y="-1"/>
            <a:ext cx="7593090" cy="65434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 กฟผ.สำนักงานไทรน้อยมีงานบำรุงรักษา </a:t>
            </a:r>
            <a:r>
              <a:rPr lang="en-US" sz="1400" b="1" dirty="0">
                <a:latin typeface="DB Heavent" panose="02000506060000020004" pitchFamily="2" charset="-34"/>
                <a:cs typeface="DB Heavent" panose="02000506060000020004" pitchFamily="2" charset="-34"/>
              </a:rPr>
              <a:t>Solar Cell </a:t>
            </a:r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ของอาคาร ท.0007 ท.0011 ท.0018 ท.0020 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ณ กฟผ. สำนักงานไทรน้อย  ดำเนินการโดยบริษัท ราช กรุ๊ป จำกัด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3C66573-8D1D-43F5-8E19-32EEF80DBA93}"/>
              </a:ext>
            </a:extLst>
          </p:cNvPr>
          <p:cNvSpPr/>
          <p:nvPr/>
        </p:nvSpPr>
        <p:spPr>
          <a:xfrm>
            <a:off x="3035793" y="5402510"/>
            <a:ext cx="6120409" cy="145549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โดยเริ่มดำเนินการ ตั้งแต่วันที่ 2-4 ธันวาคม 2567 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ซึ่งอาจกระทบกับการใช้พื้นที่ จึงของดจอดรถบริเวณข้างอาคาร ท.0011 ในวันดังกล่าว 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เพื่อป้องกันไม่ให้น้ำจากการล้างแผง </a:t>
            </a:r>
            <a:r>
              <a:rPr lang="en-US" sz="1400" b="1" dirty="0">
                <a:latin typeface="DB Heavent" panose="02000506060000020004" pitchFamily="2" charset="-34"/>
                <a:cs typeface="DB Heavent" panose="02000506060000020004" pitchFamily="2" charset="-34"/>
              </a:rPr>
              <a:t>Solar Cell </a:t>
            </a:r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ไหลลงมาโดนรถยนต์ 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จึงขออภัยในความไม่สะดวกมา ณ </a:t>
            </a:r>
            <a:r>
              <a:rPr lang="th-TH" b="1" dirty="0" err="1">
                <a:latin typeface="DB Heavent" panose="02000506060000020004" pitchFamily="2" charset="-34"/>
                <a:cs typeface="DB Heavent" panose="02000506060000020004" pitchFamily="2" charset="-34"/>
              </a:rPr>
              <a:t>ที่นี้</a:t>
            </a:r>
            <a:endParaRPr lang="th-TH"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แผนกบำรุงรักษาอาคารและบริเวณ กองบริหาร สนง.ไทรน้อย โทร.721-6919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60BD7A-9544-47DA-B15A-F1B942920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572301"/>
            <a:ext cx="3047598" cy="22856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0A5EBC-D79E-49DA-A5B3-659FE9A30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202" y="4516139"/>
            <a:ext cx="3122484" cy="23418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2D8211C2-993B-4D08-8C5B-C2C45C92DD41}"/>
              </a:ext>
            </a:extLst>
          </p:cNvPr>
          <p:cNvSpPr/>
          <p:nvPr/>
        </p:nvSpPr>
        <p:spPr>
          <a:xfrm rot="10800000">
            <a:off x="8195724" y="4081604"/>
            <a:ext cx="293616" cy="260056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C4A2774-DABF-49F6-BF56-A83104767ED9}"/>
              </a:ext>
            </a:extLst>
          </p:cNvPr>
          <p:cNvSpPr/>
          <p:nvPr/>
        </p:nvSpPr>
        <p:spPr>
          <a:xfrm rot="10800000">
            <a:off x="1844099" y="1783710"/>
            <a:ext cx="293616" cy="260056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0DB1EA43-AFF5-4784-848C-2FF1B4952943}"/>
              </a:ext>
            </a:extLst>
          </p:cNvPr>
          <p:cNvSpPr/>
          <p:nvPr/>
        </p:nvSpPr>
        <p:spPr>
          <a:xfrm rot="10800000">
            <a:off x="10347902" y="1783710"/>
            <a:ext cx="293616" cy="260056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6AC17A7-1111-4585-8EB0-1C7411891C67}"/>
              </a:ext>
            </a:extLst>
          </p:cNvPr>
          <p:cNvSpPr/>
          <p:nvPr/>
        </p:nvSpPr>
        <p:spPr>
          <a:xfrm rot="10800000">
            <a:off x="8195724" y="1091616"/>
            <a:ext cx="293616" cy="260056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800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95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DB Heavent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ตวงเพชร ชัยยานนท์</cp:lastModifiedBy>
  <cp:revision>62</cp:revision>
  <cp:lastPrinted>2024-07-25T06:06:35Z</cp:lastPrinted>
  <dcterms:created xsi:type="dcterms:W3CDTF">2023-01-25T07:05:14Z</dcterms:created>
  <dcterms:modified xsi:type="dcterms:W3CDTF">2024-11-29T08:02:35Z</dcterms:modified>
</cp:coreProperties>
</file>